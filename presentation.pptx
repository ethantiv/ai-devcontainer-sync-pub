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rpIrn5nmW9BGNw1MqoCywJAVi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3FD125-00A9-49B6-A3AB-DE0875FC6031}">
  <a:tblStyle styleId="{223FD125-00A9-49B6-A3AB-DE0875FC60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40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0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10" Type="http://schemas.openxmlformats.org/officeDocument/2006/relationships/image" Target="../media/image41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Relationship Id="rId4" Type="http://schemas.openxmlformats.org/officeDocument/2006/relationships/image" Target="../media/image56.png"/><Relationship Id="rId5" Type="http://schemas.openxmlformats.org/officeDocument/2006/relationships/image" Target="../media/image46.png"/><Relationship Id="rId6" Type="http://schemas.openxmlformats.org/officeDocument/2006/relationships/image" Target="../media/image19.png"/><Relationship Id="rId7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Relationship Id="rId5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 rot="900000">
            <a:off x="5943600" y="-457200"/>
            <a:ext cx="4114800" cy="2286000"/>
          </a:xfrm>
          <a:prstGeom prst="rect">
            <a:avLst/>
          </a:prstGeom>
          <a:solidFill>
            <a:srgbClr val="06B6D4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 rot="1200000">
            <a:off x="6858000" y="-914400"/>
            <a:ext cx="3657600" cy="1828800"/>
          </a:xfrm>
          <a:prstGeom prst="rect">
            <a:avLst/>
          </a:prstGeom>
          <a:solidFill>
            <a:srgbClr val="22D3EE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7315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640080" y="14630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Sandboxy AI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i autonomiczna pętla deweloperska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3017520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ai-devcontainer-sync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Od pomysłu do kodu w izolowanym środowisku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4480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Mirosław Zaniewicz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40080" y="1371600"/>
            <a:ext cx="786384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40080" y="1371600"/>
            <a:ext cx="54864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361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1508760" y="1463040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400"/>
              <a:buFont typeface="Verdana"/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103120" y="14447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 co sandbox dla agenta AI?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103120" y="181051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Dlaczego izolacja jest kluczowa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2286000"/>
            <a:ext cx="786384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40080" y="2286000"/>
            <a:ext cx="54864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4505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1508760" y="2377440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400"/>
              <a:buFont typeface="Verdana"/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103120" y="23591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Środowiska pracy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103120" y="272491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DevContainer, Docker, OpenShell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3200400"/>
            <a:ext cx="786384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40080" y="3200400"/>
            <a:ext cx="54864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33649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1508760" y="3291840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400"/>
              <a:buFont typeface="Verdana"/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103120" y="32735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Loop — autonomiczna pętla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103120" y="363931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design → plan → build + live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" y="4114800"/>
            <a:ext cx="7863840" cy="7772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0080" y="4114800"/>
            <a:ext cx="54864" cy="777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42793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1508760" y="4206240"/>
            <a:ext cx="548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400"/>
              <a:buFont typeface="Verdana"/>
              <a:buNone/>
            </a:pPr>
            <a:r>
              <a:rPr b="1" i="0" lang="en-US" sz="2400" u="none" cap="none" strike="noStrike">
                <a:solidFill>
                  <a:srgbClr val="06B6D4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103120" y="4187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103120" y="455371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Pytania i dyskusja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Problem: Agent AI bez sandboxa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971800" y="1463040"/>
            <a:ext cx="274320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160" y="157276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3977640" y="1554480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Agent 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154680" y="201168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pełny dostęp do systemu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3"/>
          <p:cNvCxnSpPr>
            <a:stCxn id="63" idx="1"/>
          </p:cNvCxnSpPr>
          <p:nvPr/>
        </p:nvCxnSpPr>
        <p:spPr>
          <a:xfrm flipH="1">
            <a:off x="914400" y="1920240"/>
            <a:ext cx="2057400" cy="914400"/>
          </a:xfrm>
          <a:prstGeom prst="straightConnector1">
            <a:avLst/>
          </a:prstGeom>
          <a:noFill/>
          <a:ln cap="flat" cmpd="sng" w="25400">
            <a:solidFill>
              <a:srgbClr val="EF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8" name="Google Shape;68;p3"/>
          <p:cNvSpPr/>
          <p:nvPr/>
        </p:nvSpPr>
        <p:spPr>
          <a:xfrm>
            <a:off x="228600" y="2834640"/>
            <a:ext cx="1828800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28600" y="2834640"/>
            <a:ext cx="5490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777240" y="2926080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F8FAFC"/>
                </a:solidFill>
              </a:rPr>
              <a:t>System plików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5760" y="3383280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Odczyt/zapis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wszystkich plików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3"/>
          <p:cNvCxnSpPr/>
          <p:nvPr/>
        </p:nvCxnSpPr>
        <p:spPr>
          <a:xfrm>
            <a:off x="3200400" y="237744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EF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4" name="Google Shape;74;p3"/>
          <p:cNvSpPr/>
          <p:nvPr/>
        </p:nvSpPr>
        <p:spPr>
          <a:xfrm>
            <a:off x="2514600" y="2834640"/>
            <a:ext cx="1828800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514600" y="2834640"/>
            <a:ext cx="5490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5176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3063240" y="2926080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Sieć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651760" y="3383280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Dowolne połączenia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wychodzące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3"/>
          <p:cNvCxnSpPr/>
          <p:nvPr/>
        </p:nvCxnSpPr>
        <p:spPr>
          <a:xfrm>
            <a:off x="5486400" y="237744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EF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0" name="Google Shape;80;p3"/>
          <p:cNvSpPr/>
          <p:nvPr/>
        </p:nvSpPr>
        <p:spPr>
          <a:xfrm>
            <a:off x="4800600" y="2834640"/>
            <a:ext cx="1828800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800600" y="2834640"/>
            <a:ext cx="5490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5349240" y="2926080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Credentials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937760" y="3383280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Klucze SSH,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tokeny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3"/>
          <p:cNvCxnSpPr>
            <a:stCxn id="63" idx="3"/>
          </p:cNvCxnSpPr>
          <p:nvPr/>
        </p:nvCxnSpPr>
        <p:spPr>
          <a:xfrm>
            <a:off x="5715000" y="1920240"/>
            <a:ext cx="2057400" cy="914400"/>
          </a:xfrm>
          <a:prstGeom prst="straightConnector1">
            <a:avLst/>
          </a:prstGeom>
          <a:noFill/>
          <a:ln cap="flat" cmpd="sng" w="25400">
            <a:solidFill>
              <a:srgbClr val="EF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7086600" y="2834640"/>
            <a:ext cx="1828800" cy="13716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086600" y="2834640"/>
            <a:ext cx="5490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376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7635240" y="2926080"/>
            <a:ext cx="118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223760" y="3383280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Procesy, pakiety,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konfiguracja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2D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960" y="449884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1280160" y="443484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Prompt injection, złośliwe zależności (npm/pip), </a:t>
            </a:r>
            <a:r>
              <a:rPr b="0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niekontrolowan</a:t>
            </a:r>
            <a:r>
              <a:rPr lang="en-US" sz="1300">
                <a:solidFill>
                  <a:srgbClr val="F59E0B"/>
                </a:solidFill>
              </a:rPr>
              <a:t>y wyciek </a:t>
            </a:r>
            <a:r>
              <a:rPr b="0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danych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Rozwiązanie: Izolacja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25500" y="1092813"/>
            <a:ext cx="8493000" cy="3849300"/>
          </a:xfrm>
          <a:prstGeom prst="rect">
            <a:avLst/>
          </a:prstGeom>
          <a:solidFill>
            <a:srgbClr val="06B6D4">
              <a:alpha val="10196"/>
            </a:srgbClr>
          </a:solidFill>
          <a:ln cap="flat" cmpd="sng" w="25400">
            <a:solidFill>
              <a:srgbClr val="06B6D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830700" y="1417320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Verdana"/>
              <a:buNone/>
            </a:pPr>
            <a:r>
              <a:rPr b="0" i="0" lang="en-US" sz="1100" u="none" cap="none" strike="noStrike">
                <a:solidFill>
                  <a:srgbClr val="06B6D4"/>
                </a:solidFill>
                <a:latin typeface="Verdana"/>
                <a:ea typeface="Verdana"/>
                <a:cs typeface="Verdana"/>
                <a:sym typeface="Verdana"/>
              </a:rPr>
              <a:t>SANDBOX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419220" y="1783080"/>
            <a:ext cx="2194500" cy="731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4980" y="1874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4150740" y="182880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Agent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510660" y="2286000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kontrolowany dostęp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930" y="28346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1338970" y="2834648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Dozwolone ścieżki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9082" y="2834635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3909123" y="2834635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Dozwolone domeny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430" y="28574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6825470" y="2857508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Kontrolowane procesy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84580" y="3429000"/>
            <a:ext cx="2469000" cy="14631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84580" y="3429000"/>
            <a:ext cx="54900" cy="1463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7460" y="3566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1178940" y="3547872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Filesystem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67460" y="3977640"/>
            <a:ext cx="210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Zapis tylko w CWD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Odczyt kontrolowany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Blokada plików systemowych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419220" y="3429000"/>
            <a:ext cx="2469000" cy="14631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419220" y="3429000"/>
            <a:ext cx="54900" cy="1463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2100" y="3566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4013580" y="3547872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8FAFC"/>
                </a:solidFill>
              </a:rPr>
              <a:t>Sieć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602100" y="3977640"/>
            <a:ext cx="210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Proxy filtrujący domeny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Blokada nieznanych hostów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Logowanie prób dostępu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253860" y="3429000"/>
            <a:ext cx="2469000" cy="14631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253860" y="3429000"/>
            <a:ext cx="54900" cy="1463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6740" y="3566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/>
          <p:nvPr/>
        </p:nvSpPr>
        <p:spPr>
          <a:xfrm>
            <a:off x="6848220" y="3547872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436740" y="3977640"/>
            <a:ext cx="210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Zakaz eskalacji uprawnień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4A3B8"/>
                </a:solidFill>
              </a:rPr>
              <a:t>Blokada niebezpiecznych operacji systemowych</a:t>
            </a:r>
            <a:br>
              <a:rPr lang="en-US" sz="1100">
                <a:solidFill>
                  <a:srgbClr val="94A3B8"/>
                </a:solidFill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Izolacja procesów potomnych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Środowiska pracy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Wszystkie izolują agenta — różnią się kontekstem użycia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40080" y="1554480"/>
            <a:ext cx="2560320" cy="31089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40080" y="1554480"/>
            <a:ext cx="54864" cy="3108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80" y="1828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/>
          <p:nvPr/>
        </p:nvSpPr>
        <p:spPr>
          <a:xfrm>
            <a:off x="77724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DevContainer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/ Codespaces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77240" y="33832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Gotowe środowisko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 chmurze lub lokalnie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 IDE (VS Code)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474720" y="1554480"/>
            <a:ext cx="2560320" cy="31089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474720" y="1554480"/>
            <a:ext cx="54864" cy="3108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833" y="1828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361188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standalone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611880" y="33832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Headless agent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na serwerze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(np. Raspberry Pi)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309360" y="1554480"/>
            <a:ext cx="2560320" cy="31089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309360" y="1554480"/>
            <a:ext cx="54864" cy="3108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5" y="18288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644652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NVIDIA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OpenShell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446520" y="33832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Kontenerowy runtime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 wielowarstwowym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bezpieczeństwem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Docker standalone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Architektura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22960" y="1737360"/>
            <a:ext cx="32004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22960" y="17373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Verdana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Serwer (np. Raspberry Pi)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6"/>
          <p:cNvCxnSpPr/>
          <p:nvPr/>
        </p:nvCxnSpPr>
        <p:spPr>
          <a:xfrm>
            <a:off x="2423160" y="2286000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6"/>
          <p:cNvSpPr/>
          <p:nvPr/>
        </p:nvSpPr>
        <p:spPr>
          <a:xfrm>
            <a:off x="822960" y="2468880"/>
            <a:ext cx="32004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22960" y="24688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Verdana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Docker Compose + Coolify/EC</a:t>
            </a:r>
            <a:r>
              <a:rPr lang="en-US" sz="1300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2960" y="3246120"/>
            <a:ext cx="777300" cy="5028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822960" y="3246120"/>
            <a:ext cx="77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Verdana"/>
              <a:buNone/>
            </a:pPr>
            <a:r>
              <a:rPr b="0" i="0" lang="en-US" sz="7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claude-config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645920" y="3246120"/>
            <a:ext cx="777300" cy="5028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645920" y="3246120"/>
            <a:ext cx="77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Verdana"/>
              <a:buNone/>
            </a:pPr>
            <a:r>
              <a:rPr b="0" i="0" lang="en-US" sz="7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agents-skills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2468880" y="3246120"/>
            <a:ext cx="777300" cy="5028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2468880" y="3246120"/>
            <a:ext cx="77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Verdana"/>
              <a:buNone/>
            </a:pPr>
            <a:r>
              <a:rPr b="0" i="0" lang="en-US" sz="7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gemini-config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91840" y="3246120"/>
            <a:ext cx="777300" cy="5028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3291840" y="3246120"/>
            <a:ext cx="77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00"/>
              <a:buFont typeface="Verdana"/>
              <a:buNone/>
            </a:pPr>
            <a:r>
              <a:rPr b="0" i="0" lang="en-US" sz="7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projects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16915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5166360" y="1463040"/>
            <a:ext cx="365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Headless agent — bez 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praca całkowicie autonomiczna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34939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/>
          <p:nvPr/>
        </p:nvSpPr>
        <p:spPr>
          <a:xfrm>
            <a:off x="5166360" y="2120858"/>
            <a:ext cx="365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Claude instalowany do wolumenu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przy pierwszym starcie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(przeżywa rekreację kontenera)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308080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5166360" y="2852263"/>
            <a:ext cx="365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ARM64 + x86_64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Coolify do deploymentu i zarządzania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3639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/>
          <p:nvPr/>
        </p:nvSpPr>
        <p:spPr>
          <a:xfrm>
            <a:off x="5166360" y="3411380"/>
            <a:ext cx="365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Idealny do: autonomicznych zadań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na serwerze, CI/CD pipelines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6"/>
          <p:cNvCxnSpPr>
            <a:stCxn id="163" idx="2"/>
            <a:endCxn id="171" idx="0"/>
          </p:cNvCxnSpPr>
          <p:nvPr/>
        </p:nvCxnSpPr>
        <p:spPr>
          <a:xfrm flipH="1" rot="-5400000">
            <a:off x="2937510" y="2503170"/>
            <a:ext cx="228600" cy="12573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6"/>
          <p:cNvCxnSpPr/>
          <p:nvPr/>
        </p:nvCxnSpPr>
        <p:spPr>
          <a:xfrm rot="5400000">
            <a:off x="1680260" y="2503170"/>
            <a:ext cx="228600" cy="1257300"/>
          </a:xfrm>
          <a:prstGeom prst="bentConnector3">
            <a:avLst>
              <a:gd fmla="val 50000" name="adj1"/>
            </a:avLst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6"/>
          <p:cNvCxnSpPr>
            <a:endCxn id="167" idx="0"/>
          </p:cNvCxnSpPr>
          <p:nvPr/>
        </p:nvCxnSpPr>
        <p:spPr>
          <a:xfrm>
            <a:off x="2034570" y="3125520"/>
            <a:ext cx="0" cy="12060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" name="Google Shape;183;p6"/>
          <p:cNvCxnSpPr/>
          <p:nvPr/>
        </p:nvCxnSpPr>
        <p:spPr>
          <a:xfrm>
            <a:off x="2859525" y="3125400"/>
            <a:ext cx="0" cy="120600"/>
          </a:xfrm>
          <a:prstGeom prst="straightConnector1">
            <a:avLst/>
          </a:prstGeom>
          <a:noFill/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Claude Code Sandboxing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OS-level izolacja wewnątrz kontenera — obrona w głąb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40080" y="1554480"/>
            <a:ext cx="3931920" cy="3291840"/>
          </a:xfrm>
          <a:prstGeom prst="rect">
            <a:avLst/>
          </a:prstGeom>
          <a:solidFill>
            <a:srgbClr val="06B6D4">
              <a:alpha val="7843"/>
            </a:srgbClr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777240" y="1600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06B6D4"/>
                </a:solidFill>
                <a:latin typeface="Verdana"/>
                <a:ea typeface="Verdana"/>
                <a:cs typeface="Verdana"/>
                <a:sym typeface="Verdana"/>
              </a:rPr>
              <a:t>Kontener (DevContainer / Docker)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005840" y="2011680"/>
            <a:ext cx="3200400" cy="2560320"/>
          </a:xfrm>
          <a:prstGeom prst="rect">
            <a:avLst/>
          </a:prstGeom>
          <a:solidFill>
            <a:srgbClr val="10B981">
              <a:alpha val="7843"/>
            </a:srgbClr>
          </a:solidFill>
          <a:ln cap="flat" cmpd="sng" w="19050">
            <a:solidFill>
              <a:srgbClr val="10B98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143000" y="2057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Verdana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OS Sandbox (Seatbelt / bubblewrap)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554480" y="2514600"/>
            <a:ext cx="2103120" cy="54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1554480" y="251460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Claude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188720" y="3246120"/>
            <a:ext cx="1280160" cy="45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1188720" y="32461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Verdana"/>
              <a:buNone/>
            </a:pPr>
            <a:r>
              <a:rPr b="0" i="0" lang="en-US" sz="9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Filesystem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Verdana"/>
              <a:buNone/>
            </a:pPr>
            <a:r>
              <a:rPr b="0" i="0" lang="en-US" sz="9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isolation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2743200" y="3246120"/>
            <a:ext cx="1280160" cy="4572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2743200" y="324612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Verdana"/>
              <a:buNone/>
            </a:pPr>
            <a:r>
              <a:rPr b="0" i="0" lang="en-US" sz="9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Network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Verdana"/>
              <a:buNone/>
            </a:pPr>
            <a:r>
              <a:rPr b="0" i="0" lang="en-US" sz="9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proxy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1188720" y="3886200"/>
            <a:ext cx="2834640" cy="411480"/>
          </a:xfrm>
          <a:prstGeom prst="rect">
            <a:avLst/>
          </a:prstGeom>
          <a:solidFill>
            <a:srgbClr val="0F2A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1280160" y="38862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Auto-allow mode: sandbox zastępuje "Approve"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846320" y="1463040"/>
            <a:ext cx="39319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846320" y="1463040"/>
            <a:ext cx="54864" cy="8046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/>
          <p:nvPr/>
        </p:nvSpPr>
        <p:spPr>
          <a:xfrm>
            <a:off x="5440680" y="153619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Filesystem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40680" y="18288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Zapis tylko w CWD i dozwolonych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ścieżkach. Odczyt kontrolowany.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</a:rPr>
              <a:t>Wymuszane przez system operacyjny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846320" y="2359152"/>
            <a:ext cx="39319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846320" y="2359152"/>
            <a:ext cx="54864" cy="8046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4963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5440680" y="243230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440680" y="272491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Proxy filtrujący domeny.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Nowe domeny wymagają zgody.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Blokada </a:t>
            </a:r>
            <a:r>
              <a:rPr lang="en-US" sz="1000">
                <a:solidFill>
                  <a:srgbClr val="94A3B8"/>
                </a:solidFill>
              </a:rPr>
              <a:t>wycieku</a:t>
            </a: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danych.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846320" y="3255264"/>
            <a:ext cx="39319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846320" y="3255264"/>
            <a:ext cx="54864" cy="8046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33924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>
            <a:off x="5440680" y="3328416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Open-source runtime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440680" y="3621024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npx @anthropic-ai/sandbox-runtime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Można używać niezależnie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od Claude Code.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846320" y="4151376"/>
            <a:ext cx="39319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846320" y="4151376"/>
            <a:ext cx="54864" cy="8046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42885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/>
          <p:nvPr/>
        </p:nvSpPr>
        <p:spPr>
          <a:xfrm>
            <a:off x="5440680" y="422452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440680" y="451713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Każda próba wyjścia poza sandbox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jest blokowana i raportowana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 czasie rzeczywistym.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NVIDIA OpenShell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Kontenerowy runtime z wielowarstwowym bezpieczeństwem — nie część ai-devcontainer-sync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20040" y="1554480"/>
            <a:ext cx="1920300" cy="164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320040" y="1554480"/>
            <a:ext cx="54900" cy="164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403" y="1691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/>
          <p:nvPr/>
        </p:nvSpPr>
        <p:spPr>
          <a:xfrm>
            <a:off x="457200" y="219456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7200" y="2560320"/>
            <a:ext cx="164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Control-plane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Zarządzanie sandboxami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Autentykacja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2514600" y="1554480"/>
            <a:ext cx="1920300" cy="164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2514600" y="1554480"/>
            <a:ext cx="54900" cy="164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3900" y="1691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/>
          <p:nvPr/>
        </p:nvSpPr>
        <p:spPr>
          <a:xfrm>
            <a:off x="2651760" y="219456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Sandbox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651760" y="2560320"/>
            <a:ext cx="164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Izolowany kontener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</a:rPr>
              <a:t>Osobne środowisko per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</a:rPr>
              <a:t>Egzekwowanie polityk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4709160" y="1554480"/>
            <a:ext cx="1920300" cy="164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4709160" y="1554480"/>
            <a:ext cx="54900" cy="164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8773" y="1691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/>
          <p:nvPr/>
        </p:nvSpPr>
        <p:spPr>
          <a:xfrm>
            <a:off x="4846320" y="219456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Policy Engine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846320" y="2560320"/>
            <a:ext cx="164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warstwy polityk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Deklaratywne YAML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Hot-reload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903720" y="1554480"/>
            <a:ext cx="1920300" cy="164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6903720" y="1554480"/>
            <a:ext cx="54900" cy="164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9520" y="1691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"/>
          <p:cNvSpPr/>
          <p:nvPr/>
        </p:nvSpPr>
        <p:spPr>
          <a:xfrm>
            <a:off x="7040880" y="219456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Privacy Router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040880" y="2560320"/>
            <a:ext cx="1645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Routing LLM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Lokalne dane wrażliwe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Kontrolowane backendy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64093" y="21488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58653" y="21488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4" name="Google Shape;25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3213" y="21488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/>
          <p:nvPr/>
        </p:nvSpPr>
        <p:spPr>
          <a:xfrm>
            <a:off x="640080" y="342900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Kluczowe cechy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2960" y="38587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8"/>
          <p:cNvSpPr/>
          <p:nvPr/>
        </p:nvSpPr>
        <p:spPr>
          <a:xfrm>
            <a:off x="1143000" y="384048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warstwy polityk: filesystem, network, process, inference routing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2960" y="41788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/>
          <p:nvPr/>
        </p:nvSpPr>
        <p:spPr>
          <a:xfrm>
            <a:off x="1143000" y="41605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Deklaratywne polityki YAML z hot-reloadem (bez restartu sandboxa)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44988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/>
          <p:nvPr/>
        </p:nvSpPr>
        <p:spPr>
          <a:xfrm>
            <a:off x="1143000" y="448056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Credential</a:t>
            </a:r>
            <a:r>
              <a:rPr lang="en-US" sz="1200">
                <a:solidFill>
                  <a:srgbClr val="94A3B8"/>
                </a:solidFill>
              </a:rPr>
              <a:t>e tylko w pamięci — nie na dysku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2960" y="48188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8"/>
          <p:cNvSpPr/>
          <p:nvPr/>
        </p:nvSpPr>
        <p:spPr>
          <a:xfrm>
            <a:off x="1143000" y="48006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Wspiera: Claude Code, Codex, Copilot CLI, Ollama, OpenClaw + BYOC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DevContainer / Codespaces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Architektura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22960" y="1737360"/>
            <a:ext cx="3200400" cy="54864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822960" y="17373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Verdana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VS Code / Codespaces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822960" y="2468880"/>
            <a:ext cx="32004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822960" y="24688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Verdana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DevContainer (Ubuntu)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22960" y="3200400"/>
            <a:ext cx="32004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822960" y="32004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Verdana"/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Claude Code + Gemini CLI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9"/>
          <p:cNvCxnSpPr/>
          <p:nvPr/>
        </p:nvCxnSpPr>
        <p:spPr>
          <a:xfrm>
            <a:off x="2423160" y="2286000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9"/>
          <p:cNvCxnSpPr/>
          <p:nvPr/>
        </p:nvCxnSpPr>
        <p:spPr>
          <a:xfrm>
            <a:off x="2423160" y="3017520"/>
            <a:ext cx="0" cy="182880"/>
          </a:xfrm>
          <a:prstGeom prst="straightConnector1">
            <a:avLst/>
          </a:prstGeom>
          <a:noFill/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9"/>
          <p:cNvSpPr/>
          <p:nvPr/>
        </p:nvSpPr>
        <p:spPr>
          <a:xfrm>
            <a:off x="822960" y="3886200"/>
            <a:ext cx="777240" cy="4114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822960" y="388620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Playwright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1645920" y="3886200"/>
            <a:ext cx="777240" cy="4114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1645920" y="388620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Docker-in-Docker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468880" y="3886200"/>
            <a:ext cx="777240" cy="4114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2468880" y="388620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GH CLI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3291840" y="3886200"/>
            <a:ext cx="777240" cy="4114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3291840" y="3886200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Terraform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16687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/>
          <p:nvPr/>
        </p:nvSpPr>
        <p:spPr>
          <a:xfrm>
            <a:off x="5166360" y="1452553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Gotowe środowisko "out of the box"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Dockerfile + devcontainer.json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0" name="Google Shape;29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355535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/>
          <p:nvPr/>
        </p:nvSpPr>
        <p:spPr>
          <a:xfrm>
            <a:off x="5166360" y="2149795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 pluginów marketplace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94A3B8"/>
                </a:solidFill>
              </a:rPr>
              <a:t>(Frontend Design, Agent SDK Dev, Context7, AWS, Atlassian, Terraform, LSP…)</a:t>
            </a:r>
            <a:endParaRPr sz="1200">
              <a:solidFill>
                <a:srgbClr val="94A3B8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94A3B8"/>
              </a:solidFill>
            </a:endParaRPr>
          </a:p>
        </p:txBody>
      </p:sp>
      <p:pic>
        <p:nvPicPr>
          <p:cNvPr descr="preencoded.png" id="292" name="Google Shape;2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294989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9"/>
          <p:cNvSpPr/>
          <p:nvPr/>
        </p:nvSpPr>
        <p:spPr>
          <a:xfrm>
            <a:off x="5166360" y="274415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Wolumeny: ~/.claude, ~/.gemini,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/projects — persystencja między sesjami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358807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/>
          <p:nvPr/>
        </p:nvSpPr>
        <p:spPr>
          <a:xfrm>
            <a:off x="5166360" y="338233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Idealny do: codziennej pracy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deweloperskiej z 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Porównanie środowisk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3" name="Google Shape;303;p10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{223FD125-00A9-49B6-A3AB-DE0875FC6031}</a:tableStyleId>
              </a:tblPr>
              <a:tblGrid>
                <a:gridCol w="1645925"/>
                <a:gridCol w="1645925"/>
                <a:gridCol w="1645925"/>
                <a:gridCol w="1645925"/>
                <a:gridCol w="16459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DevContainer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Docker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Claude Sandbox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OpenShell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Izolacja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kontener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kontener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OS-level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kontener + polityki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tak (VS Code)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 (warstwa)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Tryb pracy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interaktywny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headless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headless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Nasz projekt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tak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tak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tak (local)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Sieć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pełna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pełna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proxy domen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policy engine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FAFC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94A3B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tak (exp.)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4748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Loop: od pomysłu do kodu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640080" y="960120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komendy, pełny cykl deweloperski. Każdy krok = osobna sesja Claude.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399092" y="1554480"/>
            <a:ext cx="1371600" cy="164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399093" y="1554480"/>
            <a:ext cx="54900" cy="1645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763" y="169161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472283" y="2171730"/>
            <a:ext cx="128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IDEA.md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72283" y="2697450"/>
            <a:ext cx="128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Seed pomysłu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069742" y="1554480"/>
            <a:ext cx="1371600" cy="164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2069743" y="1554480"/>
            <a:ext cx="54900" cy="164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6903" y="167341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1"/>
          <p:cNvSpPr/>
          <p:nvPr/>
        </p:nvSpPr>
        <p:spPr>
          <a:xfrm>
            <a:off x="2023983" y="2176330"/>
            <a:ext cx="146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loop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2023983" y="267925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Interaktywny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brainstorming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793748" y="1554480"/>
            <a:ext cx="1371600" cy="164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3793748" y="1554480"/>
            <a:ext cx="54900" cy="164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7595" y="167341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3774675" y="2176330"/>
            <a:ext cx="146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loop 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--plan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3774675" y="267925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Autonomiczne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planowanie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571140" y="1554480"/>
            <a:ext cx="1371600" cy="164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5571140" y="1554480"/>
            <a:ext cx="54900" cy="164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8300" y="169161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1"/>
          <p:cNvSpPr/>
          <p:nvPr/>
        </p:nvSpPr>
        <p:spPr>
          <a:xfrm>
            <a:off x="5525380" y="2194530"/>
            <a:ext cx="146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loop 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--build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5525380" y="269745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Subagent-driven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7373308" y="1554480"/>
            <a:ext cx="1371600" cy="164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7373308" y="1554480"/>
            <a:ext cx="54900" cy="164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47258" y="169161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"/>
          <p:cNvSpPr/>
          <p:nvPr/>
        </p:nvSpPr>
        <p:spPr>
          <a:xfrm>
            <a:off x="7710098" y="2194530"/>
            <a:ext cx="73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Gotowy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Verdana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kod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7710098" y="26974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Auto-commit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70695" y="2240215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8" name="Google Shape;33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66063" y="2240215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9" name="Google Shape;33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8693" y="2240215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20860" y="2240215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1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Seeding pomysłu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40080" y="3931920"/>
            <a:ext cx="502920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777240" y="393192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Verdana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loop run -i "Dodaj auth do API"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5852160" y="393192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Tekst inline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640080" y="4315968"/>
            <a:ext cx="502920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777240" y="4315968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Verdana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loop run -i @docs/IDEA.md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852160" y="4315968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Plik z opisem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640080" y="4700016"/>
            <a:ext cx="502920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777240" y="4700016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Verdana"/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loop run -i https://github.com/.../issues/42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852160" y="4700016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GitHub issue (via gh CLI)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Jak działa loop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457200" y="1371600"/>
            <a:ext cx="2651760" cy="3474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457200" y="1371600"/>
            <a:ext cx="54864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41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2"/>
          <p:cNvSpPr/>
          <p:nvPr/>
        </p:nvSpPr>
        <p:spPr>
          <a:xfrm>
            <a:off x="594360" y="205740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Verdana"/>
              <a:buNone/>
            </a:pPr>
            <a:r>
              <a:rPr b="1" i="0" lang="en-US" sz="2000" u="none" cap="none" strike="noStrike">
                <a:solidFill>
                  <a:srgbClr val="06B6D4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685800" y="251460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Interaktywny brainstorming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Czyta IDEA.md + istniejące </a:t>
            </a:r>
            <a:r>
              <a:rPr lang="en-US" sz="1100">
                <a:solidFill>
                  <a:srgbClr val="94A3B8"/>
                </a:solidFill>
              </a:rPr>
              <a:t>dokumenty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Zadaje pytania 1 na raz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Proponuje 2-3 podejścia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Zapisuje </a:t>
            </a:r>
            <a:r>
              <a:rPr lang="en-US" sz="1100">
                <a:solidFill>
                  <a:srgbClr val="94A3B8"/>
                </a:solidFill>
              </a:rPr>
              <a:t>design doc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Auto-commit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3337560" y="1371600"/>
            <a:ext cx="2651700" cy="34746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3337560" y="137160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833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2"/>
          <p:cNvSpPr/>
          <p:nvPr/>
        </p:nvSpPr>
        <p:spPr>
          <a:xfrm>
            <a:off x="3474720" y="205740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Verdana"/>
              <a:buNone/>
            </a:pPr>
            <a:r>
              <a:rPr b="1" i="0" lang="en-US" sz="20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plan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3566160" y="251460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Autonomiczna sesja Claude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Czyta </a:t>
            </a:r>
            <a:r>
              <a:rPr lang="en-US" sz="1100">
                <a:solidFill>
                  <a:srgbClr val="94A3B8"/>
                </a:solidFill>
              </a:rPr>
              <a:t>design doc</a:t>
            </a: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+ CLAUDE.md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Tworzy plan krok po kroku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Spec compliance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rgbClr val="94A3B8"/>
                </a:solidFill>
              </a:rPr>
              <a:t>Zapisuje p</a:t>
            </a: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lan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Auto-commit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217920" y="1371600"/>
            <a:ext cx="2651760" cy="3474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6217920" y="1371600"/>
            <a:ext cx="54864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0" name="Google Shape;3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5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2"/>
          <p:cNvSpPr/>
          <p:nvPr/>
        </p:nvSpPr>
        <p:spPr>
          <a:xfrm>
            <a:off x="6355080" y="205740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Verdana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Verdana"/>
                <a:ea typeface="Verdana"/>
                <a:cs typeface="Verdana"/>
                <a:sym typeface="Verdana"/>
              </a:rPr>
              <a:t>build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6446520" y="251460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Subagent-driven development </a:t>
            </a:r>
            <a:r>
              <a:rPr lang="en-US" sz="1100">
                <a:solidFill>
                  <a:srgbClr val="94A3B8"/>
                </a:solidFill>
              </a:rPr>
              <a:t>+ TDD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Równoległe worktree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Każdy krok = osobny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Code review po każdym kroku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Update CLAUDE.md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Auto-commit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Konfiguracja i skille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640080" y="1371600"/>
            <a:ext cx="393192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640080" y="13716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06B6D4"/>
                </a:solidFill>
                <a:latin typeface="Verdana"/>
                <a:ea typeface="Verdana"/>
                <a:cs typeface="Verdana"/>
                <a:sym typeface="Verdana"/>
              </a:rPr>
              <a:t>env-config.yaml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3"/>
          <p:cNvCxnSpPr/>
          <p:nvPr/>
        </p:nvCxnSpPr>
        <p:spPr>
          <a:xfrm>
            <a:off x="2606040" y="192024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13"/>
          <p:cNvSpPr/>
          <p:nvPr/>
        </p:nvSpPr>
        <p:spPr>
          <a:xfrm>
            <a:off x="640080" y="2194560"/>
            <a:ext cx="393192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640080" y="219456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config-parser.js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13"/>
          <p:cNvCxnSpPr/>
          <p:nvPr/>
        </p:nvCxnSpPr>
        <p:spPr>
          <a:xfrm>
            <a:off x="2606040" y="274320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13"/>
          <p:cNvSpPr/>
          <p:nvPr/>
        </p:nvSpPr>
        <p:spPr>
          <a:xfrm>
            <a:off x="640080" y="3017520"/>
            <a:ext cx="1280160" cy="6400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640080" y="30175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setup-env.sh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(DevContainer)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2011680" y="3017520"/>
            <a:ext cx="1280160" cy="6400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2011680" y="30175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setup-env.sh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(Docker)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3383280" y="3017520"/>
            <a:ext cx="1280160" cy="64008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3383280" y="30175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setup-local.sh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Verdana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(macOS)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640080" y="38404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Jedno źródło prawdy dla wszystkich środowisk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3"/>
          <p:cNvSpPr/>
          <p:nvPr/>
        </p:nvSpPr>
        <p:spPr>
          <a:xfrm>
            <a:off x="5349240" y="1371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Pluginy marketplace (14)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5349240" y="16916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AWS Serverless, Atlassian, Deploy-on-AWS,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Context7, Feature Dev, Agent SDK Dev,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Frontend Design, Terraform...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6" name="Google Shape;3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2331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3"/>
          <p:cNvSpPr/>
          <p:nvPr/>
        </p:nvSpPr>
        <p:spPr>
          <a:xfrm>
            <a:off x="5349240" y="22860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Skille (18+)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349240" y="26060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TDD, debugging, brainstorming, code review,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agent-browser, terraform-style-guide,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web-design-guidelines...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32461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3"/>
          <p:cNvSpPr/>
          <p:nvPr/>
        </p:nvSpPr>
        <p:spPr>
          <a:xfrm>
            <a:off x="5349240" y="32004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5349240" y="35204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Coolify (infrastruktura), Context7 (docs),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AWS Serverless, Deploy-on-AWS,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AWS Pricing...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2" name="Google Shape;40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4160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3"/>
          <p:cNvSpPr/>
          <p:nvPr/>
        </p:nvSpPr>
        <p:spPr>
          <a:xfrm>
            <a:off x="5349240" y="41148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Presety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5349240" y="443484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loop init --web: skille frontendowe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loop init --devops: skille infrastrukturalne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Typ persystowany w loop/.type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4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1371600" y="1371600"/>
            <a:ext cx="6400800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1554480" y="146304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/>
          <p:nvPr/>
        </p:nvSpPr>
        <p:spPr>
          <a:xfrm>
            <a:off x="1828800" y="146304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2103120" y="146304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4"/>
          <p:cNvSpPr/>
          <p:nvPr/>
        </p:nvSpPr>
        <p:spPr>
          <a:xfrm>
            <a:off x="2743200" y="1371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Verdana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terminal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1645920" y="1920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$ loop init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4846320" y="1920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# Inicjalizacja projektu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/>
          <p:nvPr/>
        </p:nvSpPr>
        <p:spPr>
          <a:xfrm>
            <a:off x="1645920" y="23774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$ loop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846320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# Interaktywny brainstorming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1645920" y="28346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$ loop run --plan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4846320" y="2834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# Autonomiczne planowanie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1645920" y="32918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$ loop run --build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4846320" y="32918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# Budowanie z subagentami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1645920" y="37490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rgbClr val="10B981"/>
                </a:solidFill>
                <a:latin typeface="Verdana"/>
                <a:ea typeface="Verdana"/>
                <a:cs typeface="Verdana"/>
                <a:sym typeface="Verdana"/>
              </a:rPr>
              <a:t>$ git log --oneline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84632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Verdana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Verdana"/>
                <a:ea typeface="Verdana"/>
                <a:cs typeface="Verdana"/>
                <a:sym typeface="Verdana"/>
              </a:rPr>
              <a:t># Efekt: commity w repo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1371600" y="46634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Przełączam się do terminala...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"/>
          <p:cNvSpPr/>
          <p:nvPr/>
        </p:nvSpPr>
        <p:spPr>
          <a:xfrm rot="-600000">
            <a:off x="-457200" y="3657600"/>
            <a:ext cx="3657600" cy="2286000"/>
          </a:xfrm>
          <a:prstGeom prst="rect">
            <a:avLst/>
          </a:prstGeom>
          <a:solidFill>
            <a:srgbClr val="06B6D4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Podsumowanie - Q&amp;A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640080" y="91440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640080" y="1280160"/>
            <a:ext cx="54864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9" name="Google Shape;4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463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5"/>
          <p:cNvSpPr/>
          <p:nvPr/>
        </p:nvSpPr>
        <p:spPr>
          <a:xfrm>
            <a:off x="1508760" y="137160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Sandbox = bezpieczeństwo + autonomia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1508760" y="173736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Zdefiniuj granice, pozwól agentowi działać swobodnie wewnątrz nich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640080" y="2331720"/>
            <a:ext cx="786384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640080" y="2331720"/>
            <a:ext cx="54864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4" name="Google Shape;4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514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5"/>
          <p:cNvSpPr/>
          <p:nvPr/>
        </p:nvSpPr>
        <p:spPr>
          <a:xfrm>
            <a:off x="1508760" y="242316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ai-devcontainer-sync = gotowe środowisko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1508760" y="278892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DevContainer lub Docker — jedno repozytorium, pełen zestaw narzędzi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640080" y="3383280"/>
            <a:ext cx="54864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35661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5"/>
          <p:cNvSpPr/>
          <p:nvPr/>
        </p:nvSpPr>
        <p:spPr>
          <a:xfrm>
            <a:off x="1508760" y="347472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Loop = design → plan → build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1508760" y="3840480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Od pomysłu do kodu w 3 komendach, z pełną kontrolą jakości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8567" y="437102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5"/>
          <p:cNvSpPr/>
          <p:nvPr/>
        </p:nvSpPr>
        <p:spPr>
          <a:xfrm>
            <a:off x="2424333" y="4371012"/>
            <a:ext cx="466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Verdana"/>
              <a:buNone/>
            </a:pPr>
            <a:r>
              <a:rPr lang="en-US" sz="1300">
                <a:solidFill>
                  <a:srgbClr val="06B6D4"/>
                </a:solidFill>
                <a:latin typeface="Verdana"/>
                <a:ea typeface="Verdana"/>
                <a:cs typeface="Verdana"/>
                <a:sym typeface="Verdana"/>
              </a:rPr>
              <a:t>https://github.com/ethantiv/ai-devcontainer-sync-pub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640080" y="4572000"/>
            <a:ext cx="786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2026-04-08T10:24:44Z</dcterms:created>
  <dc:creator>Mirosław Zaniewicz</dc:creator>
</cp:coreProperties>
</file>